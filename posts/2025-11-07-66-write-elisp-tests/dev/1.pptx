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95C03-2D41-4939-9E9F-971E94825D37}" v="14" dt="2025-10-27T09:29:12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8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 易" userId="da64734563400bd7" providerId="LiveId" clId="{EB36BD7A-CA16-496F-B3A0-CC4E36BEB6CF}"/>
    <pc:docChg chg="undo custSel addSld modSld">
      <pc:chgData name="越 易" userId="da64734563400bd7" providerId="LiveId" clId="{EB36BD7A-CA16-496F-B3A0-CC4E36BEB6CF}" dt="2025-10-27T09:29:21.803" v="286" actId="1076"/>
      <pc:docMkLst>
        <pc:docMk/>
      </pc:docMkLst>
      <pc:sldChg chg="addSp delSp modSp new mod">
        <pc:chgData name="越 易" userId="da64734563400bd7" providerId="LiveId" clId="{EB36BD7A-CA16-496F-B3A0-CC4E36BEB6CF}" dt="2025-10-27T09:29:21.803" v="286" actId="1076"/>
        <pc:sldMkLst>
          <pc:docMk/>
          <pc:sldMk cId="4275700825" sldId="256"/>
        </pc:sldMkLst>
        <pc:spChg chg="del">
          <ac:chgData name="越 易" userId="da64734563400bd7" providerId="LiveId" clId="{EB36BD7A-CA16-496F-B3A0-CC4E36BEB6CF}" dt="2025-10-27T09:13:52.376" v="1" actId="478"/>
          <ac:spMkLst>
            <pc:docMk/>
            <pc:sldMk cId="4275700825" sldId="256"/>
            <ac:spMk id="2" creationId="{8637C903-1D8C-884D-7CC4-B6EF6A9BB8CB}"/>
          </ac:spMkLst>
        </pc:spChg>
        <pc:spChg chg="del">
          <ac:chgData name="越 易" userId="da64734563400bd7" providerId="LiveId" clId="{EB36BD7A-CA16-496F-B3A0-CC4E36BEB6CF}" dt="2025-10-27T09:13:52.376" v="1" actId="478"/>
          <ac:spMkLst>
            <pc:docMk/>
            <pc:sldMk cId="4275700825" sldId="256"/>
            <ac:spMk id="3" creationId="{FB8C4244-BE38-0C53-AF55-0B7F26BE6178}"/>
          </ac:spMkLst>
        </pc:spChg>
        <pc:spChg chg="add del mod">
          <ac:chgData name="越 易" userId="da64734563400bd7" providerId="LiveId" clId="{EB36BD7A-CA16-496F-B3A0-CC4E36BEB6CF}" dt="2025-10-27T09:14:35.425" v="11" actId="478"/>
          <ac:spMkLst>
            <pc:docMk/>
            <pc:sldMk cId="4275700825" sldId="256"/>
            <ac:spMk id="7" creationId="{530DEF69-B2C0-F87B-9C0E-7B6FB90A7F4D}"/>
          </ac:spMkLst>
        </pc:spChg>
        <pc:spChg chg="add mod">
          <ac:chgData name="越 易" userId="da64734563400bd7" providerId="LiveId" clId="{EB36BD7A-CA16-496F-B3A0-CC4E36BEB6CF}" dt="2025-10-27T09:28:24.521" v="275" actId="1076"/>
          <ac:spMkLst>
            <pc:docMk/>
            <pc:sldMk cId="4275700825" sldId="256"/>
            <ac:spMk id="11" creationId="{84B29533-BD66-6F1F-ADCF-6E016ACC140B}"/>
          </ac:spMkLst>
        </pc:spChg>
        <pc:spChg chg="add mod">
          <ac:chgData name="越 易" userId="da64734563400bd7" providerId="LiveId" clId="{EB36BD7A-CA16-496F-B3A0-CC4E36BEB6CF}" dt="2025-10-27T09:19:11.718" v="79" actId="14100"/>
          <ac:spMkLst>
            <pc:docMk/>
            <pc:sldMk cId="4275700825" sldId="256"/>
            <ac:spMk id="12" creationId="{714B5A9D-B754-8150-F458-5D9EDA30D755}"/>
          </ac:spMkLst>
        </pc:spChg>
        <pc:spChg chg="add mod">
          <ac:chgData name="越 易" userId="da64734563400bd7" providerId="LiveId" clId="{EB36BD7A-CA16-496F-B3A0-CC4E36BEB6CF}" dt="2025-10-27T09:21:06.535" v="111" actId="1076"/>
          <ac:spMkLst>
            <pc:docMk/>
            <pc:sldMk cId="4275700825" sldId="256"/>
            <ac:spMk id="31" creationId="{7DE2A46D-E59E-5A99-DFE4-6A56722F4DA3}"/>
          </ac:spMkLst>
        </pc:spChg>
        <pc:spChg chg="add mod">
          <ac:chgData name="越 易" userId="da64734563400bd7" providerId="LiveId" clId="{EB36BD7A-CA16-496F-B3A0-CC4E36BEB6CF}" dt="2025-10-27T09:26:48.772" v="222" actId="1076"/>
          <ac:spMkLst>
            <pc:docMk/>
            <pc:sldMk cId="4275700825" sldId="256"/>
            <ac:spMk id="46" creationId="{FD457C0A-8AC4-66AF-36EF-20FF0026BF2D}"/>
          </ac:spMkLst>
        </pc:spChg>
        <pc:spChg chg="add mod">
          <ac:chgData name="越 易" userId="da64734563400bd7" providerId="LiveId" clId="{EB36BD7A-CA16-496F-B3A0-CC4E36BEB6CF}" dt="2025-10-27T09:24:30.946" v="187" actId="1076"/>
          <ac:spMkLst>
            <pc:docMk/>
            <pc:sldMk cId="4275700825" sldId="256"/>
            <ac:spMk id="49" creationId="{7332BC9C-4859-52C7-3E5A-D08B0D992986}"/>
          </ac:spMkLst>
        </pc:spChg>
        <pc:spChg chg="add mod">
          <ac:chgData name="越 易" userId="da64734563400bd7" providerId="LiveId" clId="{EB36BD7A-CA16-496F-B3A0-CC4E36BEB6CF}" dt="2025-10-27T09:24:27.165" v="186" actId="1076"/>
          <ac:spMkLst>
            <pc:docMk/>
            <pc:sldMk cId="4275700825" sldId="256"/>
            <ac:spMk id="50" creationId="{6A1E8EC2-45FE-344F-16BA-FCAEABC4ACA1}"/>
          </ac:spMkLst>
        </pc:spChg>
        <pc:spChg chg="add mod">
          <ac:chgData name="越 易" userId="da64734563400bd7" providerId="LiveId" clId="{EB36BD7A-CA16-496F-B3A0-CC4E36BEB6CF}" dt="2025-10-27T09:28:14.493" v="273" actId="1076"/>
          <ac:spMkLst>
            <pc:docMk/>
            <pc:sldMk cId="4275700825" sldId="256"/>
            <ac:spMk id="57" creationId="{22D6E232-8235-2017-0E71-BE6950F4DA74}"/>
          </ac:spMkLst>
        </pc:spChg>
        <pc:spChg chg="add mod">
          <ac:chgData name="越 易" userId="da64734563400bd7" providerId="LiveId" clId="{EB36BD7A-CA16-496F-B3A0-CC4E36BEB6CF}" dt="2025-10-27T09:25:14.133" v="198" actId="1076"/>
          <ac:spMkLst>
            <pc:docMk/>
            <pc:sldMk cId="4275700825" sldId="256"/>
            <ac:spMk id="58" creationId="{26A671CD-64FF-8113-7017-F9795BA53545}"/>
          </ac:spMkLst>
        </pc:spChg>
        <pc:spChg chg="add mod">
          <ac:chgData name="越 易" userId="da64734563400bd7" providerId="LiveId" clId="{EB36BD7A-CA16-496F-B3A0-CC4E36BEB6CF}" dt="2025-10-27T09:27:07.285" v="240" actId="1076"/>
          <ac:spMkLst>
            <pc:docMk/>
            <pc:sldMk cId="4275700825" sldId="256"/>
            <ac:spMk id="76" creationId="{6F0C43FA-1645-D5FE-AD93-46FA9A0EAD82}"/>
          </ac:spMkLst>
        </pc:spChg>
        <pc:spChg chg="add mod">
          <ac:chgData name="越 易" userId="da64734563400bd7" providerId="LiveId" clId="{EB36BD7A-CA16-496F-B3A0-CC4E36BEB6CF}" dt="2025-10-27T09:27:43.234" v="268" actId="113"/>
          <ac:spMkLst>
            <pc:docMk/>
            <pc:sldMk cId="4275700825" sldId="256"/>
            <ac:spMk id="77" creationId="{DF496085-CAFC-C2A3-742A-9FD55AF97769}"/>
          </ac:spMkLst>
        </pc:spChg>
        <pc:spChg chg="add mod">
          <ac:chgData name="越 易" userId="da64734563400bd7" providerId="LiveId" clId="{EB36BD7A-CA16-496F-B3A0-CC4E36BEB6CF}" dt="2025-10-27T09:29:04.163" v="282" actId="1076"/>
          <ac:spMkLst>
            <pc:docMk/>
            <pc:sldMk cId="4275700825" sldId="256"/>
            <ac:spMk id="83" creationId="{19F6C5BE-7AFE-D4EE-FC3B-1E63DDFD3D06}"/>
          </ac:spMkLst>
        </pc:spChg>
        <pc:spChg chg="add mod">
          <ac:chgData name="越 易" userId="da64734563400bd7" providerId="LiveId" clId="{EB36BD7A-CA16-496F-B3A0-CC4E36BEB6CF}" dt="2025-10-27T09:29:21.803" v="286" actId="1076"/>
          <ac:spMkLst>
            <pc:docMk/>
            <pc:sldMk cId="4275700825" sldId="256"/>
            <ac:spMk id="84" creationId="{C9437969-A675-EB78-E779-8E890CE57A25}"/>
          </ac:spMkLst>
        </pc:spChg>
        <pc:grpChg chg="add mod">
          <ac:chgData name="越 易" userId="da64734563400bd7" providerId="LiveId" clId="{EB36BD7A-CA16-496F-B3A0-CC4E36BEB6CF}" dt="2025-10-27T09:19:23.368" v="81" actId="1076"/>
          <ac:grpSpMkLst>
            <pc:docMk/>
            <pc:sldMk cId="4275700825" sldId="256"/>
            <ac:grpSpMk id="25" creationId="{C49C5CBC-3B21-5B76-AA3C-220CB83A4363}"/>
          </ac:grpSpMkLst>
        </pc:grpChg>
        <pc:cxnChg chg="add del mod">
          <ac:chgData name="越 易" userId="da64734563400bd7" providerId="LiveId" clId="{EB36BD7A-CA16-496F-B3A0-CC4E36BEB6CF}" dt="2025-10-27T09:14:05.816" v="4" actId="478"/>
          <ac:cxnSpMkLst>
            <pc:docMk/>
            <pc:sldMk cId="4275700825" sldId="256"/>
            <ac:cxnSpMk id="5" creationId="{3FD56D4B-AFD1-830B-AD91-2903CA4A0111}"/>
          </ac:cxnSpMkLst>
        </pc:cxnChg>
        <pc:cxnChg chg="add mod">
          <ac:chgData name="越 易" userId="da64734563400bd7" providerId="LiveId" clId="{EB36BD7A-CA16-496F-B3A0-CC4E36BEB6CF}" dt="2025-10-27T09:28:33.498" v="276" actId="14100"/>
          <ac:cxnSpMkLst>
            <pc:docMk/>
            <pc:sldMk cId="4275700825" sldId="256"/>
            <ac:cxnSpMk id="9" creationId="{F5586B58-CFD0-0C4C-47CA-214AE98B84B6}"/>
          </ac:cxnSpMkLst>
        </pc:cxnChg>
        <pc:cxnChg chg="add mod">
          <ac:chgData name="越 易" userId="da64734563400bd7" providerId="LiveId" clId="{EB36BD7A-CA16-496F-B3A0-CC4E36BEB6CF}" dt="2025-10-27T09:19:11.718" v="79" actId="14100"/>
          <ac:cxnSpMkLst>
            <pc:docMk/>
            <pc:sldMk cId="4275700825" sldId="256"/>
            <ac:cxnSpMk id="14" creationId="{137324CB-AD4A-0A2A-F072-0139E8D20CBE}"/>
          </ac:cxnSpMkLst>
        </pc:cxnChg>
        <pc:cxnChg chg="add mod">
          <ac:chgData name="越 易" userId="da64734563400bd7" providerId="LiveId" clId="{EB36BD7A-CA16-496F-B3A0-CC4E36BEB6CF}" dt="2025-10-27T09:19:11.718" v="79" actId="14100"/>
          <ac:cxnSpMkLst>
            <pc:docMk/>
            <pc:sldMk cId="4275700825" sldId="256"/>
            <ac:cxnSpMk id="19" creationId="{CA158DDA-1364-DD0F-93F2-9FC64D809ACD}"/>
          </ac:cxnSpMkLst>
        </pc:cxnChg>
        <pc:cxnChg chg="add mod">
          <ac:chgData name="越 易" userId="da64734563400bd7" providerId="LiveId" clId="{EB36BD7A-CA16-496F-B3A0-CC4E36BEB6CF}" dt="2025-10-27T09:21:06.535" v="111" actId="1076"/>
          <ac:cxnSpMkLst>
            <pc:docMk/>
            <pc:sldMk cId="4275700825" sldId="256"/>
            <ac:cxnSpMk id="28" creationId="{E1795CDF-69F7-5F14-B8CB-C4547B33F223}"/>
          </ac:cxnSpMkLst>
        </pc:cxnChg>
        <pc:cxnChg chg="add mod">
          <ac:chgData name="越 易" userId="da64734563400bd7" providerId="LiveId" clId="{EB36BD7A-CA16-496F-B3A0-CC4E36BEB6CF}" dt="2025-10-27T09:24:30.946" v="187" actId="1076"/>
          <ac:cxnSpMkLst>
            <pc:docMk/>
            <pc:sldMk cId="4275700825" sldId="256"/>
            <ac:cxnSpMk id="51" creationId="{6E6D0758-D43E-CB80-4CEE-2DD84729DCD2}"/>
          </ac:cxnSpMkLst>
        </pc:cxnChg>
        <pc:cxnChg chg="add mod">
          <ac:chgData name="越 易" userId="da64734563400bd7" providerId="LiveId" clId="{EB36BD7A-CA16-496F-B3A0-CC4E36BEB6CF}" dt="2025-10-27T09:27:55.024" v="269" actId="14100"/>
          <ac:cxnSpMkLst>
            <pc:docMk/>
            <pc:sldMk cId="4275700825" sldId="256"/>
            <ac:cxnSpMk id="54" creationId="{43E85685-FAD9-5C8C-94A3-635CFACFB944}"/>
          </ac:cxnSpMkLst>
        </pc:cxnChg>
        <pc:cxnChg chg="add mod">
          <ac:chgData name="越 易" userId="da64734563400bd7" providerId="LiveId" clId="{EB36BD7A-CA16-496F-B3A0-CC4E36BEB6CF}" dt="2025-10-27T09:28:02.310" v="271" actId="14100"/>
          <ac:cxnSpMkLst>
            <pc:docMk/>
            <pc:sldMk cId="4275700825" sldId="256"/>
            <ac:cxnSpMk id="61" creationId="{A696A752-6721-63E0-1FDA-29B5D1C30FDE}"/>
          </ac:cxnSpMkLst>
        </pc:cxnChg>
        <pc:cxnChg chg="add mod">
          <ac:chgData name="越 易" userId="da64734563400bd7" providerId="LiveId" clId="{EB36BD7A-CA16-496F-B3A0-CC4E36BEB6CF}" dt="2025-10-27T09:26:34.030" v="221" actId="692"/>
          <ac:cxnSpMkLst>
            <pc:docMk/>
            <pc:sldMk cId="4275700825" sldId="256"/>
            <ac:cxnSpMk id="74" creationId="{566F986A-63F8-9EAE-29CA-621CA1F0E86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AE22F-8076-E050-238C-7F46C948E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6695FF-984C-D337-1C44-46F411C12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DAB74-D0F3-54CC-39DF-47028F5C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47E50-3177-627B-16D3-B38EEB9C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4B350-8FBF-B3BE-07A7-8225B414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78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8CC23-C721-63C1-3C47-0561209A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F85D05-E90D-1D70-0A55-82E605E97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C4AD0-8956-1C1E-36CC-047542E9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C40CC-9FD6-4E5E-D7F4-F7721006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C614C-3F70-CC69-8C7C-E4FE4C95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86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B2C67-42FD-4BD3-A79E-12EF4068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B92111-B8C0-D81A-653E-4F4399ECC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47026-7B83-4F8E-8BAD-E275B38F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AB5C9A-4DF5-D98D-E1D6-B47E0791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28AA7-D5F1-BC09-0769-65EDD3A1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43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0E446-F509-6886-2DF6-5EAC259B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6A253A-C7D4-8738-89F0-51F529608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EEB3B9-ED7A-A394-40EC-AC6C8FFFA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A31741-ADD0-5AB8-836C-5B848B82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8550D5-B116-7A44-7351-6F951090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F9764-90F4-5812-76D0-AB4DF3DD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7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7BE21-82B7-5D01-05C9-EF553C27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100DEB-392F-F2D3-107A-0030175C3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184AB9-2D4A-E785-B6B9-8BC268624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080718-5C44-C876-AB1B-073A661FA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1E4B68-61CE-D383-DF8C-AD5FA0C9A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18F899-EEB2-9161-30A8-F0FBD62A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9FDAB9-2AE5-41C6-97AB-AAB6B0A6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DFC7E9-DD5F-A6DF-1280-C03218B5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68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07C18-A193-0DED-BE04-18C0B076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E0001B-793F-A86F-D766-2A22F718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88E71D-F908-FBE7-CDE0-C417BA63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63F501-70F2-1953-AB99-BE58B9AA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61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FAA60A-D8D2-4B73-AED6-0FACC2E8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3BED7B-1F10-C0A4-BDE7-55839480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0101C-47A3-5DE5-64B2-DA3624C4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9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07C35-0B76-4F61-979A-BA9B8F89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32CB8E-00FF-F485-0162-0A9927FE8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0795D6-04C1-E9DD-8E96-256940244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2D367-8B18-54DF-8673-929BDFA6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B409F8-FEB8-B407-545E-D7FE091F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539A3A-1257-FC6D-39F3-CE6A5A3A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9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96402-061C-20B5-C6DA-7AF77F21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31551C-0BCD-1D01-A0C0-49852FF90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2B9BD5-546C-65E0-18F3-3C18D963A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13F97-359A-AF18-60B8-D29E0217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536B1B-413B-54DA-309B-E0A709D4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7A6AD-2E4C-0B66-DB84-DBB26182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7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22743-1E64-C4D8-DB87-D6566B76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0C265D-C7A5-D1D1-2740-1DB9A97A0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EFF23-0744-3928-7F10-593DAD64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26EEB-C74F-A71C-5CF5-9C1AA6BC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425E2C-4092-4CF0-F545-F111BABF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11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4F1781-6346-E3AC-A2CB-5C9FEC0C7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DAFBD7-C0AE-CE9D-0AB0-E4261CFA8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BE6FC-91AA-311A-B3F4-A2DDDCDE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81138D-9CCF-7EEA-ED12-58142DEB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019FE1-FAB2-CEBF-C806-DD39E4F2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DE0D0C-2395-8447-0FC9-0FE5EF40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C14D7D-23FC-2AC3-5B7F-AAAF3CFED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F11554-33DC-5012-83DF-7DD33D3C0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A45C3-6FAF-44D7-B410-E7CD6E809CF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96897-2A24-5881-5095-D85155DA0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419D1-F293-3758-B745-669F3CE69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BF79D-A567-43FB-8319-DD21F6BCF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5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5586B58-CFD0-0C4C-47CA-214AE98B84B6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1779858" y="2255936"/>
            <a:ext cx="837859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4B29533-BD66-6F1F-ADCF-6E016ACC140B}"/>
              </a:ext>
            </a:extLst>
          </p:cNvPr>
          <p:cNvSpPr txBox="1"/>
          <p:nvPr/>
        </p:nvSpPr>
        <p:spPr>
          <a:xfrm>
            <a:off x="1779858" y="1825549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Input</a:t>
            </a:r>
            <a:endParaRPr lang="zh-CN" altLang="en-US" dirty="0">
              <a:latin typeface="Comic Sans MS" panose="030F0702030302020204" pitchFamily="66" charset="0"/>
              <a:cs typeface="Noto Sans" panose="020B0502040504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9C5CBC-3B21-5B76-AA3C-220CB83A4363}"/>
              </a:ext>
            </a:extLst>
          </p:cNvPr>
          <p:cNvGrpSpPr/>
          <p:nvPr/>
        </p:nvGrpSpPr>
        <p:grpSpPr>
          <a:xfrm>
            <a:off x="2617717" y="1985937"/>
            <a:ext cx="540000" cy="540000"/>
            <a:chOff x="2577566" y="2283373"/>
            <a:chExt cx="838929" cy="746892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14B5A9D-B754-8150-F458-5D9EDA30D755}"/>
                </a:ext>
              </a:extLst>
            </p:cNvPr>
            <p:cNvSpPr/>
            <p:nvPr/>
          </p:nvSpPr>
          <p:spPr>
            <a:xfrm>
              <a:off x="2577566" y="2283373"/>
              <a:ext cx="838929" cy="74689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37324CB-AD4A-0A2A-F072-0139E8D20CBE}"/>
                </a:ext>
              </a:extLst>
            </p:cNvPr>
            <p:cNvCxnSpPr>
              <a:cxnSpLocks/>
              <a:stCxn id="12" idx="7"/>
              <a:endCxn id="12" idx="3"/>
            </p:cNvCxnSpPr>
            <p:nvPr/>
          </p:nvCxnSpPr>
          <p:spPr>
            <a:xfrm flipH="1">
              <a:off x="2700424" y="2392753"/>
              <a:ext cx="593213" cy="5281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A158DDA-1364-DD0F-93F2-9FC64D809ACD}"/>
                </a:ext>
              </a:extLst>
            </p:cNvPr>
            <p:cNvCxnSpPr>
              <a:cxnSpLocks/>
              <a:stCxn id="12" idx="1"/>
              <a:endCxn id="12" idx="5"/>
            </p:cNvCxnSpPr>
            <p:nvPr/>
          </p:nvCxnSpPr>
          <p:spPr>
            <a:xfrm>
              <a:off x="2700424" y="2392753"/>
              <a:ext cx="593213" cy="5281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1795CDF-69F7-5F14-B8CB-C4547B33F223}"/>
              </a:ext>
            </a:extLst>
          </p:cNvPr>
          <p:cNvCxnSpPr>
            <a:cxnSpLocks/>
            <a:stCxn id="12" idx="6"/>
            <a:endCxn id="31" idx="1"/>
          </p:cNvCxnSpPr>
          <p:nvPr/>
        </p:nvCxnSpPr>
        <p:spPr>
          <a:xfrm>
            <a:off x="3157717" y="2255937"/>
            <a:ext cx="83844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7DE2A46D-E59E-5A99-DFE4-6A56722F4DA3}"/>
              </a:ext>
            </a:extLst>
          </p:cNvPr>
          <p:cNvSpPr/>
          <p:nvPr/>
        </p:nvSpPr>
        <p:spPr>
          <a:xfrm>
            <a:off x="3996158" y="1912457"/>
            <a:ext cx="1453455" cy="68695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Controller</a:t>
            </a:r>
            <a:endParaRPr lang="zh-CN" altLang="en-US" b="1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D457C0A-8AC4-66AF-36EF-20FF0026BF2D}"/>
              </a:ext>
            </a:extLst>
          </p:cNvPr>
          <p:cNvSpPr txBox="1"/>
          <p:nvPr/>
        </p:nvSpPr>
        <p:spPr>
          <a:xfrm>
            <a:off x="3137625" y="2365543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Error </a:t>
            </a:r>
          </a:p>
          <a:p>
            <a:pPr algn="ctr"/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Singal</a:t>
            </a:r>
            <a:endParaRPr lang="zh-CN" altLang="en-US" dirty="0">
              <a:latin typeface="Comic Sans MS" panose="030F0702030302020204" pitchFamily="66" charset="0"/>
              <a:cs typeface="Noto Sans" panose="020B0502040504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332BC9C-4859-52C7-3E5A-D08B0D992986}"/>
              </a:ext>
            </a:extLst>
          </p:cNvPr>
          <p:cNvSpPr/>
          <p:nvPr/>
        </p:nvSpPr>
        <p:spPr>
          <a:xfrm>
            <a:off x="6698281" y="1912457"/>
            <a:ext cx="1453455" cy="68695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Plant</a:t>
            </a:r>
            <a:endParaRPr lang="zh-CN" altLang="en-US" b="1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A1E8EC2-45FE-344F-16BA-FCAEABC4ACA1}"/>
              </a:ext>
            </a:extLst>
          </p:cNvPr>
          <p:cNvSpPr txBox="1"/>
          <p:nvPr/>
        </p:nvSpPr>
        <p:spPr>
          <a:xfrm>
            <a:off x="5449613" y="1412014"/>
            <a:ext cx="123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Actuating</a:t>
            </a:r>
          </a:p>
          <a:p>
            <a:pPr algn="ctr"/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Signal</a:t>
            </a:r>
            <a:endParaRPr lang="zh-CN" altLang="en-US" dirty="0">
              <a:latin typeface="Comic Sans MS" panose="030F0702030302020204" pitchFamily="66" charset="0"/>
              <a:cs typeface="Noto Sans" panose="020B0502040504020204" pitchFamily="34" charset="0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E6D0758-D43E-CB80-4CEE-2DD84729DCD2}"/>
              </a:ext>
            </a:extLst>
          </p:cNvPr>
          <p:cNvCxnSpPr>
            <a:cxnSpLocks/>
            <a:stCxn id="31" idx="3"/>
            <a:endCxn id="49" idx="1"/>
          </p:cNvCxnSpPr>
          <p:nvPr/>
        </p:nvCxnSpPr>
        <p:spPr>
          <a:xfrm>
            <a:off x="5449613" y="2255937"/>
            <a:ext cx="124866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3E85685-FAD9-5C8C-94A3-635CFACFB944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151736" y="2255937"/>
            <a:ext cx="116558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2D6E232-8235-2017-0E71-BE6950F4DA74}"/>
              </a:ext>
            </a:extLst>
          </p:cNvPr>
          <p:cNvSpPr txBox="1"/>
          <p:nvPr/>
        </p:nvSpPr>
        <p:spPr>
          <a:xfrm>
            <a:off x="8259076" y="1801271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Output</a:t>
            </a:r>
            <a:endParaRPr lang="zh-CN" altLang="en-US" dirty="0">
              <a:latin typeface="Comic Sans MS" panose="030F0702030302020204" pitchFamily="66" charset="0"/>
              <a:cs typeface="Noto Sans" panose="020B0502040504020204" pitchFamily="34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6A671CD-64FF-8113-7017-F9795BA53545}"/>
              </a:ext>
            </a:extLst>
          </p:cNvPr>
          <p:cNvSpPr/>
          <p:nvPr/>
        </p:nvSpPr>
        <p:spPr>
          <a:xfrm>
            <a:off x="5139726" y="3172268"/>
            <a:ext cx="1912549" cy="68695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Feedback </a:t>
            </a:r>
          </a:p>
          <a:p>
            <a:pPr algn="ctr"/>
            <a:r>
              <a:rPr lang="en-US" altLang="zh-CN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Elements</a:t>
            </a:r>
            <a:endParaRPr lang="zh-CN" altLang="en-US" b="1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A696A752-6721-63E0-1FDA-29B5D1C30FDE}"/>
              </a:ext>
            </a:extLst>
          </p:cNvPr>
          <p:cNvCxnSpPr>
            <a:cxnSpLocks/>
            <a:endCxn id="58" idx="3"/>
          </p:cNvCxnSpPr>
          <p:nvPr/>
        </p:nvCxnSpPr>
        <p:spPr>
          <a:xfrm rot="10800000" flipV="1">
            <a:off x="7052275" y="2255936"/>
            <a:ext cx="1846690" cy="1259812"/>
          </a:xfrm>
          <a:prstGeom prst="bentConnector3">
            <a:avLst>
              <a:gd name="adj1" fmla="val 177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566F986A-63F8-9EAE-29CA-621CA1F0E86A}"/>
              </a:ext>
            </a:extLst>
          </p:cNvPr>
          <p:cNvCxnSpPr>
            <a:cxnSpLocks/>
            <a:stCxn id="58" idx="1"/>
            <a:endCxn id="12" idx="4"/>
          </p:cNvCxnSpPr>
          <p:nvPr/>
        </p:nvCxnSpPr>
        <p:spPr>
          <a:xfrm rot="10800000">
            <a:off x="2887718" y="2525938"/>
            <a:ext cx="2252009" cy="98981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F0C43FA-1645-D5FE-AD93-46FA9A0EAD82}"/>
              </a:ext>
            </a:extLst>
          </p:cNvPr>
          <p:cNvSpPr txBox="1"/>
          <p:nvPr/>
        </p:nvSpPr>
        <p:spPr>
          <a:xfrm>
            <a:off x="3157717" y="3676145"/>
            <a:ext cx="1212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Feedback</a:t>
            </a:r>
          </a:p>
          <a:p>
            <a:pPr algn="ctr"/>
            <a:r>
              <a:rPr lang="en-US" altLang="zh-CN" dirty="0">
                <a:latin typeface="Comic Sans MS" panose="030F0702030302020204" pitchFamily="66" charset="0"/>
                <a:ea typeface="Noto Sans" panose="020B0502040504020204" pitchFamily="34" charset="0"/>
                <a:cs typeface="Noto Sans" panose="020B0502040504020204" pitchFamily="34" charset="0"/>
              </a:rPr>
              <a:t>Signal</a:t>
            </a:r>
            <a:endParaRPr lang="zh-CN" altLang="en-US" dirty="0">
              <a:latin typeface="Comic Sans MS" panose="030F0702030302020204" pitchFamily="66" charset="0"/>
              <a:cs typeface="Noto Sans" panose="020B0502040504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F496085-CAFC-C2A3-742A-9FD55AF97769}"/>
              </a:ext>
            </a:extLst>
          </p:cNvPr>
          <p:cNvSpPr txBox="1"/>
          <p:nvPr/>
        </p:nvSpPr>
        <p:spPr>
          <a:xfrm>
            <a:off x="2290440" y="1228884"/>
            <a:ext cx="1194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Error</a:t>
            </a:r>
          </a:p>
          <a:p>
            <a:pPr algn="ctr"/>
            <a:r>
              <a:rPr lang="en-US" altLang="zh-CN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Detector</a:t>
            </a:r>
            <a:endParaRPr lang="zh-CN" altLang="en-US" b="1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9F6C5BE-7AFE-D4EE-FC3B-1E63DDFD3D06}"/>
              </a:ext>
            </a:extLst>
          </p:cNvPr>
          <p:cNvSpPr txBox="1"/>
          <p:nvPr/>
        </p:nvSpPr>
        <p:spPr>
          <a:xfrm>
            <a:off x="2168854" y="2165488"/>
            <a:ext cx="434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+</a:t>
            </a:r>
            <a:endParaRPr lang="zh-CN" altLang="en-US" sz="2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9437969-A675-EB78-E779-8E890CE57A25}"/>
              </a:ext>
            </a:extLst>
          </p:cNvPr>
          <p:cNvSpPr txBox="1"/>
          <p:nvPr/>
        </p:nvSpPr>
        <p:spPr>
          <a:xfrm>
            <a:off x="2520007" y="24468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-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75700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Comic Sans MS</vt:lpstr>
      <vt:lpstr>Noto Sans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 易</dc:creator>
  <cp:lastModifiedBy>越 易</cp:lastModifiedBy>
  <cp:revision>1</cp:revision>
  <dcterms:created xsi:type="dcterms:W3CDTF">2025-10-27T09:13:48Z</dcterms:created>
  <dcterms:modified xsi:type="dcterms:W3CDTF">2025-10-27T09:29:29Z</dcterms:modified>
</cp:coreProperties>
</file>